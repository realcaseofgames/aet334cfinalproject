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59AF2-A744-8613-F4D5-97C9FDF389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B4945-9A67-5A41-C6A5-EB2964CCD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ABDAB-969F-DF8A-49E3-3E70B9B6D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7C054-7B92-4E74-B913-12F6B6374CA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85FB9-E2EF-FBAC-B5D1-7BEB10DCF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FCAAD-8B35-1144-88BF-6815035AA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31AB9-DC04-4528-8C78-2D8B0BBD5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28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CA795-DA31-5260-65B7-D8B8D72B8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E0E04-301B-0C39-A22F-149B4920C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A3114-7F3B-268D-02FC-958EEE1D9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7C054-7B92-4E74-B913-12F6B6374CA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0CBE1-1977-6734-D22C-0E23DFD96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40CD8-8BB9-7C65-5B6B-6C08D5547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31AB9-DC04-4528-8C78-2D8B0BBD5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931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5091A-5588-1595-D790-C11DE87F7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CAD58-F5C1-C553-DF2A-C5672E926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5B8E0-B8C5-F309-85B3-1DBFF988D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7C054-7B92-4E74-B913-12F6B6374CA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BBE30-4573-B041-4716-029FDBCB1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6A619-83E8-E893-B066-65CA34019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31AB9-DC04-4528-8C78-2D8B0BBD5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32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32598-2046-659D-C173-C91EB3F88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32AB5-7CDD-D324-1C70-B8258D19FA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24992-4B5B-2127-9EB5-F7CD89CF0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B8439-DDCD-8A2E-4627-CC7CA9C4A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7C054-7B92-4E74-B913-12F6B6374CA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75C6B-6381-7B93-328D-076401B77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D2DA2-379F-5FFD-3352-84EC6FE46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31AB9-DC04-4528-8C78-2D8B0BBD5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221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7679C-85CA-C646-D470-346DB7701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ED54D-1794-9636-78C6-7015191FD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4BF1F-0A81-FA17-97A4-1161E0B7F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E3495E-4C95-0373-F152-96A9B545B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3B47C1-820D-D32A-278A-411FBB4D54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81C2E6-3F33-28F6-B36F-CBC0DBEA3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7C054-7B92-4E74-B913-12F6B6374CA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7ED066-E962-BEE8-34C4-63143C883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033CCF-92EC-A3E3-2D35-B5441F60D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31AB9-DC04-4528-8C78-2D8B0BBD5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100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3C577-ED37-C313-E895-934648F12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AF6F44-0C57-11B5-296D-97B0D611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7C054-7B92-4E74-B913-12F6B6374CA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56D6F7-4D7E-EF53-22E0-93DA912D5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9A857A-D8E3-62D8-A4CD-9BCBCF18E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31AB9-DC04-4528-8C78-2D8B0BBD5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532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33F1BC-0376-58C3-8B49-BA378B499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7C054-7B92-4E74-B913-12F6B6374CA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273507-AC5B-C5D0-2110-DB3DB106F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3AD3-3F33-0DB3-2B27-0EA778EFA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31AB9-DC04-4528-8C78-2D8B0BBD5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110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A3B84-D943-1834-EBBE-BF3FB4BD6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C38BB-0C6A-9372-D771-22BBEEC79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2B4FB6-FFF7-EE65-A54E-4C9301681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2EF7F-52BE-37A9-6F71-B8E8B1AF5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7C054-7B92-4E74-B913-12F6B6374CA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B65DA-CF34-80DB-10B6-1D1CF7994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28C89-5481-980F-1991-A7324CCD5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31AB9-DC04-4528-8C78-2D8B0BBD5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433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6DBE7-2AAB-83DC-ABA4-38261C89C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6E5138-D583-D5E3-FB15-EC1AE58D18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BF45C9-579A-2DB6-3D0F-73FEFBD1F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AE587-9833-A9EA-EC67-91C8502E0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7C054-7B92-4E74-B913-12F6B6374CA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7144F-0F73-D35F-2EE3-1F55AD72C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09ABB-5223-2A4A-DACF-EBEF6E032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31AB9-DC04-4528-8C78-2D8B0BBD5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197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DCA88-03DA-1DE4-9C5E-375E66E19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3A87B4-9F9E-27F1-A3A4-40B3C5F0B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A87BA-1DA2-6CA8-FDBE-90B7CCF75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7C054-7B92-4E74-B913-12F6B6374CA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C73BB-438F-85E8-56C1-D4FB6FA45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E0493-CDF2-AB28-5E24-08BDF1401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31AB9-DC04-4528-8C78-2D8B0BBD5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839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CD87BC-ED97-702C-6F81-5AB0B3DA5C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AB46FB-215A-CBA5-7355-C39CD393B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B65DF-1D20-C465-E225-675E3C38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7C054-7B92-4E74-B913-12F6B6374CA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D0B39-B798-8461-AA86-B8D439040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4A1C4-93F6-2B0E-A3D9-8EECB788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31AB9-DC04-4528-8C78-2D8B0BBD5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15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30D46B-38A7-13C3-74BA-01486B256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10940-BC46-5B2A-4A07-6E563FC6E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8FC50-CB3B-0048-A8A2-C81CA084D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D7C054-7B92-4E74-B913-12F6B6374CA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91190-E352-AA68-171C-3C40A7E249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E3484-BD5A-A8B8-0B06-1D78CAFCFF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431AB9-DC04-4528-8C78-2D8B0BBD5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61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6FAA1-0442-325E-A466-9E8F4C9B51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3D Level Layout Revision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C61959-05B6-17C7-319F-AAB5252FF4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Chris Platz</a:t>
            </a:r>
          </a:p>
        </p:txBody>
      </p:sp>
    </p:spTree>
    <p:extLst>
      <p:ext uri="{BB962C8B-B14F-4D97-AF65-F5344CB8AC3E}">
        <p14:creationId xmlns:p14="http://schemas.microsoft.com/office/powerpoint/2010/main" val="2428010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86AD572-549C-9786-389A-A9CBCCC52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 Office Layout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5BCE2FA-4C42-2453-76A0-D85B12D2738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8599F43-C174-99E2-C4B0-42AC8A3124D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Basic find-the-door area</a:t>
            </a:r>
          </a:p>
          <a:p>
            <a:r>
              <a:rPr lang="en-US" dirty="0"/>
              <a:t>No actual platforming</a:t>
            </a:r>
          </a:p>
        </p:txBody>
      </p:sp>
    </p:spTree>
    <p:extLst>
      <p:ext uri="{BB962C8B-B14F-4D97-AF65-F5344CB8AC3E}">
        <p14:creationId xmlns:p14="http://schemas.microsoft.com/office/powerpoint/2010/main" val="332194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D5C63-5029-042C-FBDA-6A2CC4BB8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Office Layout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781B212-A01F-E4F4-7910-0FD6CE1D493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57394-5EB1-0B5B-A3BF-909470BF954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Contains actual platforming</a:t>
            </a:r>
          </a:p>
          <a:p>
            <a:r>
              <a:rPr lang="en-US" dirty="0"/>
              <a:t>Teaches basic game mechanics</a:t>
            </a:r>
          </a:p>
        </p:txBody>
      </p:sp>
    </p:spTree>
    <p:extLst>
      <p:ext uri="{BB962C8B-B14F-4D97-AF65-F5344CB8AC3E}">
        <p14:creationId xmlns:p14="http://schemas.microsoft.com/office/powerpoint/2010/main" val="4248468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65D00-24EF-8B1B-87E8-729E3B844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 Castle Layout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233E3F9-9FAD-65F6-65C0-C9DD743232D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605797-131E-46F2-E7D2-E6E4EA4D41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Basic with only one interesting  gimmick</a:t>
            </a:r>
          </a:p>
          <a:p>
            <a:r>
              <a:rPr lang="en-US" dirty="0"/>
              <a:t>Anticlimactic for the ending</a:t>
            </a:r>
          </a:p>
        </p:txBody>
      </p:sp>
    </p:spTree>
    <p:extLst>
      <p:ext uri="{BB962C8B-B14F-4D97-AF65-F5344CB8AC3E}">
        <p14:creationId xmlns:p14="http://schemas.microsoft.com/office/powerpoint/2010/main" val="3941843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6C345-D8AA-38FB-0FC9-E6CBDFA2C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Castle Layout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BA6515B-7FC6-0F1B-E529-3FA8402930A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47059"/>
          <a:stretch>
            <a:fillRect/>
          </a:stretch>
        </p:blipFill>
        <p:spPr>
          <a:xfrm>
            <a:off x="838199" y="1787524"/>
            <a:ext cx="4600575" cy="438932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F7E5D-EE77-7D35-731B-39EB778BBF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Far more verticality</a:t>
            </a:r>
          </a:p>
          <a:p>
            <a:r>
              <a:rPr lang="en-US" dirty="0"/>
              <a:t>Much more interesting set piece</a:t>
            </a:r>
          </a:p>
          <a:p>
            <a:r>
              <a:rPr lang="en-US" dirty="0"/>
              <a:t>Feels much more climactic</a:t>
            </a:r>
          </a:p>
        </p:txBody>
      </p:sp>
    </p:spTree>
    <p:extLst>
      <p:ext uri="{BB962C8B-B14F-4D97-AF65-F5344CB8AC3E}">
        <p14:creationId xmlns:p14="http://schemas.microsoft.com/office/powerpoint/2010/main" val="3780944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9155D-5D97-F237-7CC0-20AD9585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A87E9-C429-6E62-F1E9-E73D07700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didn’t receive much feedback because the levels were so early in development. I ultimately expanded upon some of the parts that I felt were underdeveloped.</a:t>
            </a:r>
          </a:p>
          <a:p>
            <a:r>
              <a:rPr lang="en-US" dirty="0"/>
              <a:t>I also managed to integrate a tutorial into the beginning. You cannot progress until you learn how to jump.</a:t>
            </a:r>
          </a:p>
          <a:p>
            <a:r>
              <a:rPr lang="en-US" dirty="0"/>
              <a:t>I also fulfilled my idea of a large set piece near the end of the level.</a:t>
            </a:r>
          </a:p>
        </p:txBody>
      </p:sp>
    </p:spTree>
    <p:extLst>
      <p:ext uri="{BB962C8B-B14F-4D97-AF65-F5344CB8AC3E}">
        <p14:creationId xmlns:p14="http://schemas.microsoft.com/office/powerpoint/2010/main" val="2576040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120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3D Level Layout Revision</vt:lpstr>
      <vt:lpstr>Old Office Layout</vt:lpstr>
      <vt:lpstr>New Office Layout</vt:lpstr>
      <vt:lpstr>Old Castle Layout</vt:lpstr>
      <vt:lpstr>New Castle Layout</vt:lpstr>
      <vt:lpstr>Reflection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Platz</dc:creator>
  <cp:lastModifiedBy>Chris Platz</cp:lastModifiedBy>
  <cp:revision>1</cp:revision>
  <dcterms:created xsi:type="dcterms:W3CDTF">2026-04-15T00:57:39Z</dcterms:created>
  <dcterms:modified xsi:type="dcterms:W3CDTF">2026-04-15T01:12:21Z</dcterms:modified>
</cp:coreProperties>
</file>